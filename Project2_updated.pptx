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764057" r:id="rId3"/>
    <p:sldId id="16764060" r:id="rId4"/>
    <p:sldId id="16764065" r:id="rId5"/>
    <p:sldId id="16764061" r:id="rId6"/>
    <p:sldId id="16764062" r:id="rId7"/>
    <p:sldId id="16764063" r:id="rId8"/>
    <p:sldId id="16764066" r:id="rId9"/>
    <p:sldId id="16764064" r:id="rId10"/>
    <p:sldId id="16764067" r:id="rId11"/>
    <p:sldId id="16764068" r:id="rId12"/>
    <p:sldId id="167640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4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microsoft.com/office/2007/relationships/hdphoto" Target="../media/image5.wdp"/><Relationship Id="rId17" Type="http://schemas.openxmlformats.org/officeDocument/2006/relationships/image" Target="../media/image4.png"/><Relationship Id="rId16" Type="http://schemas.microsoft.com/office/2007/relationships/hdphoto" Target="../media/image3.wdp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1028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2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  <a:endParaRPr lang="en-US" sz="4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387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AI Career &amp; Research Copilot</a:t>
            </a:r>
            <a:endParaRPr lang="en-US" alt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SURAJ KUMAR</a:t>
            </a:r>
            <a:endParaRPr lang="en-IN" alt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 Series ID: T9986</a:t>
            </a:r>
            <a:endParaRPr lang="en-US" alt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/>
                <a:gridCol w="6119608"/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779885" cy="51828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Students and professionals often struggle to identify skill gaps between their profiles and job requirements.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Researchers also spend significant time manually understanding papers, methodologies, limitations, and research gaps.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Existing platforms often provide generic recommendations instead of personalized, document-based guidance.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 descr="D:/vit_3sem/Image/problemffff.pngproblemffff"/>
          <p:cNvPicPr>
            <a:picLocks noChangeAspect="1"/>
          </p:cNvPicPr>
          <p:nvPr/>
        </p:nvPicPr>
        <p:blipFill>
          <a:blip r:embed="rId1"/>
          <a:srcRect t="10782" b="10782"/>
          <a:stretch>
            <a:fillRect/>
          </a:stretch>
        </p:blipFill>
        <p:spPr>
          <a:xfrm>
            <a:off x="939800" y="715645"/>
            <a:ext cx="10215245" cy="5342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189355"/>
            <a:ext cx="11936095" cy="53670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Analyze resumes and job descriptions.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Identify matched skills and missing skills.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Provide relevant job links for direct application.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Recommend courses, videos, articles, and learning resources.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Generate personalized learning plans and interview questions.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Analyze research papers using RAG to identify methodology, results, research gaps, limitations, and future work.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78052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Resume PDFs</a:t>
            </a:r>
            <a:r>
              <a:rPr lang="en-IN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                                                                 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Job descriptions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User skill and experience information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Research paper PDFs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Technology trend information from selected public sources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Learning resource metadata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115" y="1184275"/>
            <a:ext cx="3514090" cy="347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432560" y="1281430"/>
            <a:ext cx="11851640" cy="53555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Next.js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FastAPI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Python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Gemini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LangChain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ChromaDB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PostgreSQL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REST APIs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Stack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780" y="1412240"/>
            <a:ext cx="4611370" cy="467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9" name="Picture 8" descr="pipl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7725"/>
            <a:ext cx="12192000" cy="4636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657965" cy="5254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Personalized career guidance for freshers and experienced professionals.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Automatic resume analysis, skill-gap detection, and ATS/job-match score.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Relevant job recommendations based on resume skills, experience, and target role.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Direct job application links from job portals and company career pages.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Recommended study materials such as courses, YouTube videos, articles, documentation, and practice resources.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Expected Outcome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657965" cy="5254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altLang="en-US" b="0">
                <a:solidFill>
                  <a:srgbClr val="5583D1"/>
                </a:solidFill>
                <a:latin typeface="Calibri" panose="020F0502020204030204" pitchFamily="34" charset="0"/>
                <a:sym typeface="+mn-ea"/>
              </a:rPr>
              <a:t>Customized learning roadmap and interview preparation based on missing skills.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altLang="en-US" b="0">
                <a:solidFill>
                  <a:srgbClr val="5583D1"/>
                </a:solidFill>
                <a:latin typeface="Calibri" panose="020F0502020204030204" pitchFamily="34" charset="0"/>
                <a:sym typeface="+mn-ea"/>
              </a:rPr>
              <a:t>Research-paper question answering using RAG with methodology, results, limitations, research gaps, and future scope.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altLang="en-US" b="0">
                <a:solidFill>
                  <a:srgbClr val="5583D1"/>
                </a:solidFill>
                <a:latin typeface="Calibri" panose="020F0502020204030204" pitchFamily="34" charset="0"/>
                <a:sym typeface="+mn-ea"/>
              </a:rPr>
              <a:t>Evidence-grounded AI recommendations with progress tracking and next-best actions.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Expected Outcome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7" name="Picture 6" descr="ai career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7040"/>
            <a:ext cx="11400790" cy="5475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3" name="Picture 2" descr="thank yo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2293</Words>
  <Application>WPS Presentation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Calibri (Body)</vt:lpstr>
      <vt:lpstr>Frutiger 45 bold</vt:lpstr>
      <vt:lpstr>Segoe Print</vt:lpstr>
      <vt:lpstr>Calibri</vt:lpstr>
      <vt:lpstr>Frutiger LT Pro 45 Light</vt:lpstr>
      <vt:lpstr>Calibri</vt:lpstr>
      <vt:lpstr>Calibri Light</vt:lpstr>
      <vt:lpstr>Yu Gothic UI Semilight</vt:lpstr>
      <vt:lpstr>Microsoft YaHei</vt:lpstr>
      <vt:lpstr>Arial Unicode MS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Sooraj</cp:lastModifiedBy>
  <cp:revision>17</cp:revision>
  <dcterms:created xsi:type="dcterms:W3CDTF">2024-05-13T10:33:00Z</dcterms:created>
  <dcterms:modified xsi:type="dcterms:W3CDTF">2026-09-10T17:45:25Z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63D6F4AB953C4699B56A56E0B4B107C8_13</vt:lpwstr>
  </property>
  <property fmtid="{D5CDD505-2E9C-101B-9397-08002B2CF9AE}" pid="13" name="KSOProductBuildVer">
    <vt:lpwstr>1033-12.1.0.28485</vt:lpwstr>
  </property>
</Properties>
</file>