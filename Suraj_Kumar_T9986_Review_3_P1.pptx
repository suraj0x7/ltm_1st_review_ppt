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16764057" r:id="rId2"/>
    <p:sldId id="16764060" r:id="rId3"/>
    <p:sldId id="2147470494" r:id="rId4"/>
    <p:sldId id="2147470493" r:id="rId5"/>
    <p:sldId id="2147470487" r:id="rId6"/>
    <p:sldId id="2147470504" r:id="rId7"/>
    <p:sldId id="2147470505" r:id="rId8"/>
    <p:sldId id="2147470501" r:id="rId9"/>
    <p:sldId id="2147470498" r:id="rId10"/>
    <p:sldId id="2147470497" r:id="rId11"/>
    <p:sldId id="214747049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/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236" y="1659822"/>
            <a:ext cx="11428184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Autonomous AI Employee Onboarding &amp; HR Automation Agent</a:t>
            </a:r>
          </a:p>
          <a:p>
            <a:pPr lvl="0" algn="ctr">
              <a:defRPr/>
            </a:pP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IN" alt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SURAJ KUMAR</a:t>
            </a:r>
          </a:p>
          <a:p>
            <a:pPr lvl="0" algn="ctr">
              <a:defRPr/>
            </a:pPr>
            <a:r>
              <a:rPr lang="en-US" alt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 Series ID: T9986</a:t>
            </a:r>
          </a:p>
          <a:p>
            <a:pPr lvl="0" algn="ctr">
              <a:defRPr/>
            </a:pPr>
            <a:r>
              <a:rPr lang="en-US" alt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VIT CHENNAI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11" name="Picture 10" descr="LTIMindtree Introduces New Brand Identity and Positioning: LTM — The ...">
            <a:extLst>
              <a:ext uri="{FF2B5EF4-FFF2-40B4-BE49-F238E27FC236}">
                <a16:creationId xmlns:a16="http://schemas.microsoft.com/office/drawing/2014/main" id="{0D9D0B2C-78D7-E45D-90B3-EFB2CA633A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5856" y="5852668"/>
            <a:ext cx="1987468" cy="84741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55905" y="1271270"/>
            <a:ext cx="11607800" cy="486854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b="0" dirty="0">
                <a:solidFill>
                  <a:srgbClr val="5583D1"/>
                </a:solidFill>
                <a:latin typeface="Calibri" panose="020F0502020204030204" pitchFamily="34" charset="0"/>
              </a:rPr>
              <a:t>HR ASSIST is an Agentic AI-based system that automates employee onboarding and repetitive HR operations.</a:t>
            </a:r>
          </a:p>
          <a:p>
            <a:pPr>
              <a:lnSpc>
                <a:spcPct val="150000"/>
              </a:lnSpc>
            </a:pPr>
            <a:r>
              <a:rPr lang="en-US" altLang="en-US" b="0" dirty="0">
                <a:solidFill>
                  <a:srgbClr val="5583D1"/>
                </a:solidFill>
                <a:latin typeface="Calibri" panose="020F0502020204030204" pitchFamily="34" charset="0"/>
              </a:rPr>
              <a:t>It understands natural-language HR requests and executes tasks such as profile creation, meeting scheduling, IT tickets, asset requests, emails, and team notifications.</a:t>
            </a:r>
          </a:p>
          <a:p>
            <a:pPr>
              <a:lnSpc>
                <a:spcPct val="150000"/>
              </a:lnSpc>
            </a:pPr>
            <a:r>
              <a:rPr lang="en-US" altLang="en-US" b="0" dirty="0">
                <a:solidFill>
                  <a:srgbClr val="5583D1"/>
                </a:solidFill>
                <a:latin typeface="Calibri" panose="020F0502020204030204" pitchFamily="34" charset="0"/>
              </a:rPr>
              <a:t>Using MCP-based architecture, it integrates multiple enterprise systems to reduce manual effort, improve accuracy, and speed up onboarding.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en-US" b="0" dirty="0">
              <a:solidFill>
                <a:srgbClr val="5583D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5996" y="502545"/>
            <a:ext cx="1062433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Introduction…. 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093893" y="57036"/>
            <a:ext cx="609810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en-US" dirty="0"/>
              <a:t>Autonomous AI Employee Onboarding &amp; HR Automation Agent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8"/>
            <a:ext cx="11936004" cy="5294469"/>
          </a:xfrm>
        </p:spPr>
        <p:txBody>
          <a:bodyPr/>
          <a:lstStyle/>
          <a:p>
            <a:pPr lvl="0">
              <a:lnSpc>
                <a:spcPct val="150000"/>
              </a:lnSpc>
            </a:pPr>
            <a:r>
              <a:rPr lang="en-IN" b="0" dirty="0">
                <a:latin typeface="+mn-lt"/>
              </a:rPr>
              <a:t>Employee onboarding involves multiple manual activities.</a:t>
            </a:r>
          </a:p>
          <a:p>
            <a:pPr lvl="0">
              <a:lnSpc>
                <a:spcPct val="150000"/>
              </a:lnSpc>
            </a:pPr>
            <a:r>
              <a:rPr lang="en-IN" b="0" dirty="0">
                <a:latin typeface="+mn-lt"/>
              </a:rPr>
              <a:t>HR and IT processes are often handled separately.</a:t>
            </a:r>
          </a:p>
          <a:p>
            <a:pPr lvl="0">
              <a:lnSpc>
                <a:spcPct val="150000"/>
              </a:lnSpc>
            </a:pPr>
            <a:r>
              <a:rPr lang="en-IN" b="0" dirty="0">
                <a:latin typeface="+mn-lt"/>
              </a:rPr>
              <a:t>Repetitive communication increases HR workload.</a:t>
            </a:r>
          </a:p>
          <a:p>
            <a:pPr lvl="0">
              <a:lnSpc>
                <a:spcPct val="150000"/>
              </a:lnSpc>
            </a:pPr>
            <a:r>
              <a:rPr lang="en-IN" b="0" dirty="0">
                <a:latin typeface="+mn-lt"/>
              </a:rPr>
              <a:t>Laptop and software allocation requires coordination with IT.</a:t>
            </a:r>
          </a:p>
          <a:p>
            <a:pPr lvl="0">
              <a:lnSpc>
                <a:spcPct val="150000"/>
              </a:lnSpc>
            </a:pPr>
            <a:r>
              <a:rPr lang="en-IN" b="0" dirty="0">
                <a:latin typeface="+mn-lt"/>
              </a:rPr>
              <a:t>Employee leave, bench and onboarding status can be difficult to track.</a:t>
            </a:r>
          </a:p>
          <a:p>
            <a:pPr lvl="0">
              <a:lnSpc>
                <a:spcPct val="150000"/>
              </a:lnSpc>
            </a:pPr>
            <a:r>
              <a:rPr lang="en-IN" b="0" dirty="0">
                <a:latin typeface="+mn-lt"/>
              </a:rPr>
              <a:t>Multiple approval steps may delay the onboarding process.</a:t>
            </a:r>
          </a:p>
          <a:p>
            <a:pPr lvl="0">
              <a:lnSpc>
                <a:spcPct val="150000"/>
              </a:lnSpc>
            </a:pPr>
            <a:r>
              <a:rPr lang="en-IN" b="0" dirty="0">
                <a:latin typeface="+mn-lt"/>
              </a:rPr>
              <a:t>Managing information across different activities reduces overall efficiency.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Problem Statement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en-US" dirty="0"/>
              <a:t>Autonomous AI Employee Onboarding &amp; HR Automation Agent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3472F5-8184-01AF-A50C-E8C0C7A7F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5927" y="1191756"/>
            <a:ext cx="3354799" cy="2795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936004" cy="5204529"/>
          </a:xfrm>
        </p:spPr>
        <p:txBody>
          <a:bodyPr/>
          <a:lstStyle/>
          <a:p>
            <a:pPr lvl="0"/>
            <a:r>
              <a:rPr lang="en-IN" b="0" dirty="0">
                <a:latin typeface="+mn-lt"/>
              </a:rPr>
              <a:t>Automate employee onboarding and HR operations.</a:t>
            </a:r>
          </a:p>
          <a:p>
            <a:pPr lvl="0"/>
            <a:r>
              <a:rPr lang="en-IN" b="0" dirty="0">
                <a:latin typeface="+mn-lt"/>
              </a:rPr>
              <a:t>Reduce repetitive manual HR activities.</a:t>
            </a:r>
          </a:p>
          <a:p>
            <a:pPr lvl="0"/>
            <a:r>
              <a:rPr lang="en-IN" b="0" dirty="0">
                <a:latin typeface="+mn-lt"/>
              </a:rPr>
              <a:t>Provide a centralized platform for HR, employees, and IT teams.</a:t>
            </a:r>
          </a:p>
          <a:p>
            <a:pPr lvl="0"/>
            <a:r>
              <a:rPr lang="en-IN" b="0" dirty="0">
                <a:latin typeface="+mn-lt"/>
              </a:rPr>
              <a:t>Enable natural-language HR commands using Agentic AI.</a:t>
            </a:r>
          </a:p>
          <a:p>
            <a:pPr lvl="0"/>
            <a:r>
              <a:rPr lang="en-IN" b="0" dirty="0">
                <a:latin typeface="+mn-lt"/>
              </a:rPr>
              <a:t>Provide accurate information using database-backed tools.</a:t>
            </a:r>
          </a:p>
          <a:p>
            <a:pPr lvl="0"/>
            <a:r>
              <a:rPr lang="en-IN" b="0" dirty="0">
                <a:latin typeface="+mn-lt"/>
              </a:rPr>
              <a:t>Automate leave, meeting, asset, and inventory management.</a:t>
            </a:r>
          </a:p>
          <a:p>
            <a:pPr lvl="0"/>
            <a:r>
              <a:rPr lang="en-IN" b="0" dirty="0">
                <a:latin typeface="+mn-lt"/>
              </a:rPr>
              <a:t>Maintain human approval for important actions.</a:t>
            </a:r>
          </a:p>
          <a:p>
            <a:pPr lvl="0"/>
            <a:r>
              <a:rPr lang="en-IN" b="0" dirty="0">
                <a:latin typeface="+mn-lt"/>
              </a:rPr>
              <a:t>Improve security, transparency, and workflow tracking.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en-US" dirty="0"/>
              <a:t>Autonomous AI Employee Onboarding &amp; HR Automation Agent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7F75E8-8ABB-4D1B-5CEF-940F61E619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8852" y="3485210"/>
            <a:ext cx="2729433" cy="2990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latin typeface="+mn-lt"/>
              </a:rPr>
              <a:t>Employee &amp; HR Operations Management</a:t>
            </a:r>
            <a:endParaRPr lang="en-US" sz="2400" b="0" i="0" dirty="0">
              <a:solidFill>
                <a:srgbClr val="242424"/>
              </a:solidFill>
              <a:effectLst/>
              <a:highlight>
                <a:srgbClr val="FFFFFF"/>
              </a:highlight>
              <a:latin typeface="+mn-lt"/>
            </a:endParaRPr>
          </a:p>
          <a:p>
            <a:pPr lvl="1"/>
            <a:endParaRPr lang="en-US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IN" sz="3600" b="1" dirty="0"/>
              <a:t>HR Portal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en-US" dirty="0"/>
              <a:t>Autonomous AI Employee Onboarding &amp; HR Automation Agent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11A827-18CA-833C-FB9A-C129FECE398C}"/>
              </a:ext>
            </a:extLst>
          </p:cNvPr>
          <p:cNvSpPr txBox="1"/>
          <p:nvPr/>
        </p:nvSpPr>
        <p:spPr>
          <a:xfrm>
            <a:off x="255995" y="1838128"/>
            <a:ext cx="11151519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Create and manage employee profiles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Manage employee onboarding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Track leave and bench status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Verify and approve employees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Assign employees to teams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Manage portal activation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Monitor HR approvals and activities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00EA481-FE83-936A-94D7-14BA6535F4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1209" y="2362155"/>
            <a:ext cx="6197700" cy="4194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FAD62-EA90-A8B8-4A86-A9C05FA0E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4D4A95-84DA-B874-7E5E-F8AB849949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latin typeface="+mn-lt"/>
              </a:rPr>
              <a:t>Employee Self-Service Platform</a:t>
            </a:r>
            <a:endParaRPr lang="en-US" dirty="0">
              <a:solidFill>
                <a:srgbClr val="1C3898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B22629-C615-31E8-8C3A-68216D4EED1B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IN" sz="3600" b="1" dirty="0"/>
              <a:t>Employee Portal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E665716-F509-A14C-2AEE-33215908C85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F91210D-598B-693D-23B2-59937220036C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en-US" dirty="0"/>
              <a:t>Autonomous AI Employee Onboarding &amp; HR Automation Agent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3B5FA5-1598-65D3-1598-2FA267FD2609}"/>
              </a:ext>
            </a:extLst>
          </p:cNvPr>
          <p:cNvSpPr txBox="1"/>
          <p:nvPr/>
        </p:nvSpPr>
        <p:spPr>
          <a:xfrm>
            <a:off x="255995" y="1838128"/>
            <a:ext cx="11151519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View employee profile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Check leave balance and status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View assigned laptop and assets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Check team assignment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View meetings and schedules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Receive HR notifications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Track onboarding and portal status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248A37F-7F1D-0391-8798-26DB7B5106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4301" y="2038662"/>
            <a:ext cx="6717699" cy="4512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6032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8A462-1126-A6C6-AF02-13C28303E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AE491AE-47A1-83E4-E5A7-539BA4676B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Asset &amp; IT Operations Management</a:t>
            </a:r>
            <a:endParaRPr lang="en-US" dirty="0">
              <a:solidFill>
                <a:srgbClr val="1C3898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B22AD6-9145-EF70-660C-F580449D23FD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IN" sz="3600" b="1" dirty="0"/>
              <a:t>IT Support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09CEA6A-9C01-C2CF-3048-3197956AB0AB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7A99EB3-C868-FE41-A9C7-79D76F60D342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en-US" dirty="0"/>
              <a:t>Autonomous AI Employee Onboarding &amp; HR Automation Agent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8084B3-858A-A4FF-63F2-73DF4CC925C4}"/>
              </a:ext>
            </a:extLst>
          </p:cNvPr>
          <p:cNvSpPr txBox="1"/>
          <p:nvPr/>
        </p:nvSpPr>
        <p:spPr>
          <a:xfrm>
            <a:off x="255995" y="1838128"/>
            <a:ext cx="11151519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Manage laptop and asset inventory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View available laptop stock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Handle provisional allocations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Confirm employee laptop allocation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Manage IT support requests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Process software access requests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Update asset allocation status</a:t>
            </a:r>
          </a:p>
        </p:txBody>
      </p:sp>
    </p:spTree>
    <p:extLst>
      <p:ext uri="{BB962C8B-B14F-4D97-AF65-F5344CB8AC3E}">
        <p14:creationId xmlns:p14="http://schemas.microsoft.com/office/powerpoint/2010/main" val="9840784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3BE5C-251C-23E3-8F19-EE2DB3009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ABB59C-76FD-5246-4EEE-72212BF64AE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BC82A4-B382-2A00-3070-17B2B47F169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E73589-106E-E0B7-D90D-C7E75D0CB2B6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en-US" dirty="0"/>
              <a:t>Autonomous AI Employee Onboarding &amp; HR Automation Agent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0CCE05-B8A0-9221-DE7A-09AC83C5EB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846"/>
          <a:stretch>
            <a:fillRect/>
          </a:stretch>
        </p:blipFill>
        <p:spPr>
          <a:xfrm>
            <a:off x="180648" y="1364114"/>
            <a:ext cx="11871444" cy="4751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818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en-US" dirty="0"/>
              <a:t>Autonomous AI Employee Onboarding &amp; HR Automation Agent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43D4D75-2BC2-8F8B-4742-4EE8D9B720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784" y="381000"/>
            <a:ext cx="11862216" cy="5931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  <a:latin typeface="+mn-lt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Results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A985DD2-C140-8647-48A0-09DBAEBE51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036"/>
            <a:ext cx="3075847" cy="67439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038522B-7E6A-A357-90BF-64C743FD67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6887" y="57036"/>
            <a:ext cx="3075847" cy="680096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BF3D9F1-5953-3CF2-9131-A0C543E70A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5527" y="57036"/>
            <a:ext cx="3075847" cy="6800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b="0" dirty="0">
                <a:latin typeface="+mn-lt"/>
              </a:rPr>
              <a:t>Automates employee onboarding and HR operations, reducing manual work.</a:t>
            </a:r>
          </a:p>
          <a:p>
            <a:pPr lvl="0"/>
            <a:r>
              <a:rPr lang="en-IN" b="0" dirty="0">
                <a:latin typeface="+mn-lt"/>
              </a:rPr>
              <a:t>Connects HR, Employee and IT teams through one centralized platform.</a:t>
            </a:r>
          </a:p>
          <a:p>
            <a:pPr lvl="0"/>
            <a:r>
              <a:rPr lang="en-IN" b="0" dirty="0">
                <a:latin typeface="+mn-lt"/>
              </a:rPr>
              <a:t>Uses Agentic AI and MCP tools for intelligent and controlled actions.</a:t>
            </a:r>
          </a:p>
          <a:p>
            <a:pPr lvl="0"/>
            <a:r>
              <a:rPr lang="en-IN" b="0" dirty="0">
                <a:latin typeface="+mn-lt"/>
              </a:rPr>
              <a:t>Provides accurate database-backed information for HR operations.</a:t>
            </a:r>
          </a:p>
          <a:p>
            <a:pPr lvl="0"/>
            <a:r>
              <a:rPr lang="en-IN" b="0" dirty="0">
                <a:latin typeface="+mn-lt"/>
              </a:rPr>
              <a:t>Ensures security and transparency through human approval, notifications and audit logs.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Conclusion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en-US" dirty="0"/>
              <a:t>Autonomous AI Employee Onboarding &amp; HR Automation Agent</a:t>
            </a:r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649</TotalTime>
  <Words>472</Words>
  <Application>Microsoft Office PowerPoint</Application>
  <PresentationFormat>Widescreen</PresentationFormat>
  <Paragraphs>80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Suraj Kumar</cp:lastModifiedBy>
  <cp:revision>25</cp:revision>
  <dcterms:created xsi:type="dcterms:W3CDTF">2024-05-13T10:33:11Z</dcterms:created>
  <dcterms:modified xsi:type="dcterms:W3CDTF">2026-10-09T08:26:59Z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